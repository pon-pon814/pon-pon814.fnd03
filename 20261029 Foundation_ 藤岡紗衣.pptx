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8" autoAdjust="0"/>
    <p:restoredTop sz="94660"/>
  </p:normalViewPr>
  <p:slideViewPr>
    <p:cSldViewPr snapToGrid="0">
      <p:cViewPr varScale="1">
        <p:scale>
          <a:sx n="72" d="100"/>
          <a:sy n="72" d="100"/>
        </p:scale>
        <p:origin x="45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藤岡 紗衣(Sae Fujioka)" userId="90219d03-a8cf-4b2d-b4b9-92c6d23732da" providerId="ADAL" clId="{B268F38A-DC60-4A6B-A6E5-111344A8493E}"/>
    <pc:docChg chg="custSel modSld">
      <pc:chgData name="藤岡 紗衣(Sae Fujioka)" userId="90219d03-a8cf-4b2d-b4b9-92c6d23732da" providerId="ADAL" clId="{B268F38A-DC60-4A6B-A6E5-111344A8493E}" dt="2026-10-29T02:07:01.134" v="45" actId="255"/>
      <pc:docMkLst>
        <pc:docMk/>
      </pc:docMkLst>
      <pc:sldChg chg="addSp delSp modSp mod">
        <pc:chgData name="藤岡 紗衣(Sae Fujioka)" userId="90219d03-a8cf-4b2d-b4b9-92c6d23732da" providerId="ADAL" clId="{B268F38A-DC60-4A6B-A6E5-111344A8493E}" dt="2026-10-29T02:06:24.263" v="43" actId="113"/>
        <pc:sldMkLst>
          <pc:docMk/>
          <pc:sldMk cId="963648906" sldId="257"/>
        </pc:sldMkLst>
        <pc:spChg chg="add mod">
          <ac:chgData name="藤岡 紗衣(Sae Fujioka)" userId="90219d03-a8cf-4b2d-b4b9-92c6d23732da" providerId="ADAL" clId="{B268F38A-DC60-4A6B-A6E5-111344A8493E}" dt="2026-10-29T02:06:13.962" v="42" actId="113"/>
          <ac:spMkLst>
            <pc:docMk/>
            <pc:sldMk cId="963648906" sldId="257"/>
            <ac:spMk id="2" creationId="{A85C1CDF-6135-CB00-12B9-A564D2AB0732}"/>
          </ac:spMkLst>
        </pc:spChg>
        <pc:spChg chg="mod">
          <ac:chgData name="藤岡 紗衣(Sae Fujioka)" userId="90219d03-a8cf-4b2d-b4b9-92c6d23732da" providerId="ADAL" clId="{B268F38A-DC60-4A6B-A6E5-111344A8493E}" dt="2026-10-29T02:06:24.263" v="43" actId="113"/>
          <ac:spMkLst>
            <pc:docMk/>
            <pc:sldMk cId="963648906" sldId="257"/>
            <ac:spMk id="14" creationId="{D1BFF5E1-741D-5E9E-4BFE-84C60C0170E5}"/>
          </ac:spMkLst>
        </pc:spChg>
        <pc:spChg chg="mod">
          <ac:chgData name="藤岡 紗衣(Sae Fujioka)" userId="90219d03-a8cf-4b2d-b4b9-92c6d23732da" providerId="ADAL" clId="{B268F38A-DC60-4A6B-A6E5-111344A8493E}" dt="2026-10-29T02:06:24.263" v="43" actId="113"/>
          <ac:spMkLst>
            <pc:docMk/>
            <pc:sldMk cId="963648906" sldId="257"/>
            <ac:spMk id="15" creationId="{DAA045CB-83CD-9DAF-E211-AEBA702238BB}"/>
          </ac:spMkLst>
        </pc:spChg>
        <pc:spChg chg="del mod">
          <ac:chgData name="藤岡 紗衣(Sae Fujioka)" userId="90219d03-a8cf-4b2d-b4b9-92c6d23732da" providerId="ADAL" clId="{B268F38A-DC60-4A6B-A6E5-111344A8493E}" dt="2026-10-29T02:05:43.845" v="36" actId="478"/>
          <ac:spMkLst>
            <pc:docMk/>
            <pc:sldMk cId="963648906" sldId="257"/>
            <ac:spMk id="19" creationId="{C7048596-864F-A34E-B39D-839FD340B973}"/>
          </ac:spMkLst>
        </pc:spChg>
        <pc:spChg chg="mod">
          <ac:chgData name="藤岡 紗衣(Sae Fujioka)" userId="90219d03-a8cf-4b2d-b4b9-92c6d23732da" providerId="ADAL" clId="{B268F38A-DC60-4A6B-A6E5-111344A8493E}" dt="2026-10-29T02:06:24.263" v="43" actId="113"/>
          <ac:spMkLst>
            <pc:docMk/>
            <pc:sldMk cId="963648906" sldId="257"/>
            <ac:spMk id="20" creationId="{380B635A-EB85-4A5D-B93C-7CA117FE0925}"/>
          </ac:spMkLst>
        </pc:spChg>
        <pc:spChg chg="mod">
          <ac:chgData name="藤岡 紗衣(Sae Fujioka)" userId="90219d03-a8cf-4b2d-b4b9-92c6d23732da" providerId="ADAL" clId="{B268F38A-DC60-4A6B-A6E5-111344A8493E}" dt="2026-10-29T02:06:24.263" v="43" actId="113"/>
          <ac:spMkLst>
            <pc:docMk/>
            <pc:sldMk cId="963648906" sldId="257"/>
            <ac:spMk id="21" creationId="{F4744433-FDE5-47D2-F5B3-A257B11558FF}"/>
          </ac:spMkLst>
        </pc:spChg>
        <pc:spChg chg="mod">
          <ac:chgData name="藤岡 紗衣(Sae Fujioka)" userId="90219d03-a8cf-4b2d-b4b9-92c6d23732da" providerId="ADAL" clId="{B268F38A-DC60-4A6B-A6E5-111344A8493E}" dt="2026-10-29T02:06:24.263" v="43" actId="113"/>
          <ac:spMkLst>
            <pc:docMk/>
            <pc:sldMk cId="963648906" sldId="257"/>
            <ac:spMk id="22" creationId="{EDFBC501-E254-B744-449B-F80EA206EFEE}"/>
          </ac:spMkLst>
        </pc:spChg>
        <pc:spChg chg="mod">
          <ac:chgData name="藤岡 紗衣(Sae Fujioka)" userId="90219d03-a8cf-4b2d-b4b9-92c6d23732da" providerId="ADAL" clId="{B268F38A-DC60-4A6B-A6E5-111344A8493E}" dt="2026-10-29T02:06:24.263" v="43" actId="113"/>
          <ac:spMkLst>
            <pc:docMk/>
            <pc:sldMk cId="963648906" sldId="257"/>
            <ac:spMk id="23" creationId="{8AAC8B5C-453C-E793-A2FE-97AF82064531}"/>
          </ac:spMkLst>
        </pc:spChg>
        <pc:spChg chg="mod">
          <ac:chgData name="藤岡 紗衣(Sae Fujioka)" userId="90219d03-a8cf-4b2d-b4b9-92c6d23732da" providerId="ADAL" clId="{B268F38A-DC60-4A6B-A6E5-111344A8493E}" dt="2026-10-29T02:06:24.263" v="43" actId="113"/>
          <ac:spMkLst>
            <pc:docMk/>
            <pc:sldMk cId="963648906" sldId="257"/>
            <ac:spMk id="24" creationId="{5CBEF5A1-A4FA-128E-4887-CA8FB4A0ED79}"/>
          </ac:spMkLst>
        </pc:spChg>
      </pc:sldChg>
      <pc:sldChg chg="modSp mod">
        <pc:chgData name="藤岡 紗衣(Sae Fujioka)" userId="90219d03-a8cf-4b2d-b4b9-92c6d23732da" providerId="ADAL" clId="{B268F38A-DC60-4A6B-A6E5-111344A8493E}" dt="2026-10-29T02:07:01.134" v="45" actId="255"/>
        <pc:sldMkLst>
          <pc:docMk/>
          <pc:sldMk cId="3709482087" sldId="258"/>
        </pc:sldMkLst>
        <pc:spChg chg="mod">
          <ac:chgData name="藤岡 紗衣(Sae Fujioka)" userId="90219d03-a8cf-4b2d-b4b9-92c6d23732da" providerId="ADAL" clId="{B268F38A-DC60-4A6B-A6E5-111344A8493E}" dt="2026-10-29T02:07:01.134" v="45" actId="255"/>
          <ac:spMkLst>
            <pc:docMk/>
            <pc:sldMk cId="3709482087" sldId="258"/>
            <ac:spMk id="2" creationId="{00000000-0000-0000-0000-000000000000}"/>
          </ac:spMkLst>
        </pc:spChg>
        <pc:spChg chg="mod">
          <ac:chgData name="藤岡 紗衣(Sae Fujioka)" userId="90219d03-a8cf-4b2d-b4b9-92c6d23732da" providerId="ADAL" clId="{B268F38A-DC60-4A6B-A6E5-111344A8493E}" dt="2026-10-29T02:06:51.646" v="44" actId="255"/>
          <ac:spMkLst>
            <pc:docMk/>
            <pc:sldMk cId="3709482087" sldId="258"/>
            <ac:spMk id="5" creationId="{00000000-0000-0000-0000-000000000000}"/>
          </ac:spMkLst>
        </pc:spChg>
        <pc:spChg chg="mod">
          <ac:chgData name="藤岡 紗衣(Sae Fujioka)" userId="90219d03-a8cf-4b2d-b4b9-92c6d23732da" providerId="ADAL" clId="{B268F38A-DC60-4A6B-A6E5-111344A8493E}" dt="2026-10-29T02:06:51.646" v="44" actId="255"/>
          <ac:spMkLst>
            <pc:docMk/>
            <pc:sldMk cId="3709482087" sldId="258"/>
            <ac:spMk id="8" creationId="{00000000-0000-0000-0000-000000000000}"/>
          </ac:spMkLst>
        </pc:spChg>
        <pc:spChg chg="mod">
          <ac:chgData name="藤岡 紗衣(Sae Fujioka)" userId="90219d03-a8cf-4b2d-b4b9-92c6d23732da" providerId="ADAL" clId="{B268F38A-DC60-4A6B-A6E5-111344A8493E}" dt="2026-10-29T02:06:51.646" v="44" actId="255"/>
          <ac:spMkLst>
            <pc:docMk/>
            <pc:sldMk cId="3709482087" sldId="258"/>
            <ac:spMk id="12" creationId="{00000000-0000-0000-0000-000000000000}"/>
          </ac:spMkLst>
        </pc:spChg>
        <pc:spChg chg="mod">
          <ac:chgData name="藤岡 紗衣(Sae Fujioka)" userId="90219d03-a8cf-4b2d-b4b9-92c6d23732da" providerId="ADAL" clId="{B268F38A-DC60-4A6B-A6E5-111344A8493E}" dt="2026-10-29T02:06:51.646" v="44" actId="255"/>
          <ac:spMkLst>
            <pc:docMk/>
            <pc:sldMk cId="3709482087" sldId="258"/>
            <ac:spMk id="15" creationId="{00000000-0000-0000-0000-000000000000}"/>
          </ac:spMkLst>
        </pc:spChg>
        <pc:spChg chg="mod">
          <ac:chgData name="藤岡 紗衣(Sae Fujioka)" userId="90219d03-a8cf-4b2d-b4b9-92c6d23732da" providerId="ADAL" clId="{B268F38A-DC60-4A6B-A6E5-111344A8493E}" dt="2026-10-29T02:06:51.646" v="44" actId="255"/>
          <ac:spMkLst>
            <pc:docMk/>
            <pc:sldMk cId="3709482087" sldId="258"/>
            <ac:spMk id="19" creationId="{00000000-0000-0000-0000-000000000000}"/>
          </ac:spMkLst>
        </pc:spChg>
        <pc:spChg chg="mod">
          <ac:chgData name="藤岡 紗衣(Sae Fujioka)" userId="90219d03-a8cf-4b2d-b4b9-92c6d23732da" providerId="ADAL" clId="{B268F38A-DC60-4A6B-A6E5-111344A8493E}" dt="2026-10-29T02:06:51.646" v="44" actId="255"/>
          <ac:spMkLst>
            <pc:docMk/>
            <pc:sldMk cId="3709482087" sldId="258"/>
            <ac:spMk id="2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7A3D12-7150-0AFE-54AF-C946109532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DB2DE4A-F15E-AD5A-210A-119CCD6699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0338F8E-59E2-75F9-A55D-B0837B8A3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9C4B9-8D05-4B01-8D44-7A64E28C90A0}" type="datetimeFigureOut">
              <a:rPr kumimoji="1" lang="ja-JP" altLang="en-US" smtClean="0"/>
              <a:t>2026/10/29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E527BF8-75EA-A644-C4A4-10EEDC7CA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E6973E5-0B71-6ADC-2F56-B7AC9506F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A9633-035E-4751-B598-4786224978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401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47BFAB-9118-ED8A-26DD-0A029DD6D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6FF66DA-4C9E-7D44-FBDF-AC4A27B678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21A0AC5-19D2-2D85-1BCC-BE12E3E67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9C4B9-8D05-4B01-8D44-7A64E28C90A0}" type="datetimeFigureOut">
              <a:rPr kumimoji="1" lang="ja-JP" altLang="en-US" smtClean="0"/>
              <a:t>2026/10/29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F8F8F02-198F-B29A-9388-FC9556BF7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556D92F-AB1F-BB7B-7F2D-F1813008B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A9633-035E-4751-B598-4786224978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2007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F3CDD0-F08F-1F79-1957-D7B9ACC6B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7B0611B-794A-0AF7-1E84-3B659541DA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B7860A9-C215-17E9-6CD9-7A32428FB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9C4B9-8D05-4B01-8D44-7A64E28C90A0}" type="datetimeFigureOut">
              <a:rPr kumimoji="1" lang="ja-JP" altLang="en-US" smtClean="0"/>
              <a:t>2026/10/29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2E7E388-F76C-5268-237E-FA3F9A321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6C93F0D-2456-F34D-E525-517315F07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A9633-035E-4751-B598-4786224978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0930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6F3E28-02A3-27D7-1D72-8950DC60B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0026568-1D1A-4C42-1797-8930172361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8D4BE20-4AF0-33D5-A2C5-579033D28A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A1FE15C-1F50-6376-C873-3882A32F2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9C4B9-8D05-4B01-8D44-7A64E28C90A0}" type="datetimeFigureOut">
              <a:rPr kumimoji="1" lang="ja-JP" altLang="en-US" smtClean="0"/>
              <a:t>2026/10/29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E0B86E-B08E-B152-75E1-6B881E456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E5C6402-A80C-6A7B-89ED-7E62F164A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A9633-035E-4751-B598-4786224978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9681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1020DD-E846-C4CF-7B88-67F5F146C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9E42A48-9BC1-8BED-7A13-DBE9E91917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3863E6B-2A63-E189-A65F-321F2C9242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AB333A9-3C8D-2711-D5E6-7942008EE6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46E1E0A-B4ED-9920-87CB-BB58F74CDF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506F1C0-2C87-EB4C-AF44-75EFA0ACF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9C4B9-8D05-4B01-8D44-7A64E28C90A0}" type="datetimeFigureOut">
              <a:rPr kumimoji="1" lang="ja-JP" altLang="en-US" smtClean="0"/>
              <a:t>2026/10/29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58DA24F-CABD-004D-634E-0EBC39B62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685888A-D816-4088-33AE-064A000F6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A9633-035E-4751-B598-4786224978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2509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AC5A8E-F3BF-3724-074A-5AE52E7DC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3BE494A-A70D-85F9-2C2E-E7D8E0118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9C4B9-8D05-4B01-8D44-7A64E28C90A0}" type="datetimeFigureOut">
              <a:rPr kumimoji="1" lang="ja-JP" altLang="en-US" smtClean="0"/>
              <a:t>2026/10/29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08C609F-D468-7E17-1D4A-D1FFA0938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7617C07-0633-5F40-231B-68945CC39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A9633-035E-4751-B598-4786224978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7157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F59266F-991A-D747-1C56-A7CFF2F4F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9C4B9-8D05-4B01-8D44-7A64E28C90A0}" type="datetimeFigureOut">
              <a:rPr kumimoji="1" lang="ja-JP" altLang="en-US" smtClean="0"/>
              <a:t>2026/10/29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50B514B-F312-B556-BC7A-0B297AB86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29957EE-0D2D-CE56-8B76-BD8F0E629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A9633-035E-4751-B598-4786224978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2370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1C18E8-CDD8-B855-B541-6CBC28647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0120B39-6E7F-27BD-A263-68B309F30E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650BDCB-6D3B-6A1A-F5CB-E01A0D219E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3B61DB0-6983-5332-8E79-BDC8E817D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9C4B9-8D05-4B01-8D44-7A64E28C90A0}" type="datetimeFigureOut">
              <a:rPr kumimoji="1" lang="ja-JP" altLang="en-US" smtClean="0"/>
              <a:t>2026/10/29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DB50FA7-A304-921A-A9A3-1BB6829AB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3048C37-F5DA-5A90-28B3-09D76C2D7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A9633-035E-4751-B598-4786224978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7445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4E2A3B-E943-3CDB-A547-E05F636DA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6D81866-94D1-ABC5-8414-C897CE2B0B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057F120-DCE5-561F-342A-CDDB1441A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8E1399A-3C1A-E9BA-ABE5-B77BD8728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9C4B9-8D05-4B01-8D44-7A64E28C90A0}" type="datetimeFigureOut">
              <a:rPr kumimoji="1" lang="ja-JP" altLang="en-US" smtClean="0"/>
              <a:t>2026/10/29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24A218C-C0C8-7AED-D219-ECD25DCD6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521A8B5-ED79-3EE5-73AF-C5FFF29D4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A9633-035E-4751-B598-4786224978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1352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F7945C-7200-5BC9-3783-8DF8590ED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1998929-0F60-BFDA-A208-1CEBF60DB4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7CF84C3-2830-5B3B-7EF8-3243CD91F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9C4B9-8D05-4B01-8D44-7A64E28C90A0}" type="datetimeFigureOut">
              <a:rPr kumimoji="1" lang="ja-JP" altLang="en-US" smtClean="0"/>
              <a:t>2026/10/29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E9A7857-561B-621B-A58D-F522FA813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F6D4739-AA4E-EA23-D896-D1FDC8C91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A9633-035E-4751-B598-4786224978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8075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D0ECF9A-B544-8BC6-41F3-D0CAB07709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8BBFD80-A4C6-F43D-9337-8E14806E21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7CE49D8-8757-CC19-4F40-6DE59BC25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9C4B9-8D05-4B01-8D44-7A64E28C90A0}" type="datetimeFigureOut">
              <a:rPr kumimoji="1" lang="ja-JP" altLang="en-US" smtClean="0"/>
              <a:t>2026/10/29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2A21EB0-CF05-1385-E839-DEB3A511C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65C8552-9F60-007A-1CD3-012DC5C9C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A9633-035E-4751-B598-4786224978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690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78806C9-C872-262D-ABEE-0E793D0A5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CC1B7A8-B903-39D8-7B94-70A9CA19B8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E788735-D72E-8FB2-8605-43EBB368D8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39C4B9-8D05-4B01-8D44-7A64E28C90A0}" type="datetimeFigureOut">
              <a:rPr kumimoji="1" lang="ja-JP" altLang="en-US" smtClean="0"/>
              <a:t>2026/10/29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F16D4A8-1CD4-4A81-C649-7CAAA3D574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83E12C4-DDEC-B00E-C32F-C5D55AE966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EA9633-035E-4751-B598-4786224978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9007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63FD3633-B060-0951-D30B-ACDC5C6C3C15}"/>
              </a:ext>
            </a:extLst>
          </p:cNvPr>
          <p:cNvGrpSpPr/>
          <p:nvPr/>
        </p:nvGrpSpPr>
        <p:grpSpPr>
          <a:xfrm>
            <a:off x="5921671" y="772095"/>
            <a:ext cx="5930900" cy="5313809"/>
            <a:chOff x="5488471" y="376593"/>
            <a:chExt cx="6703529" cy="6104814"/>
          </a:xfrm>
        </p:grpSpPr>
        <p:grpSp>
          <p:nvGrpSpPr>
            <p:cNvPr id="10" name="グループ化 9">
              <a:extLst>
                <a:ext uri="{FF2B5EF4-FFF2-40B4-BE49-F238E27FC236}">
                  <a16:creationId xmlns:a16="http://schemas.microsoft.com/office/drawing/2014/main" id="{130CBF49-D0E8-527C-6B7A-E6D1B9B7A4F0}"/>
                </a:ext>
              </a:extLst>
            </p:cNvPr>
            <p:cNvGrpSpPr/>
            <p:nvPr/>
          </p:nvGrpSpPr>
          <p:grpSpPr>
            <a:xfrm>
              <a:off x="5488471" y="376593"/>
              <a:ext cx="2954193" cy="6104814"/>
              <a:chOff x="7192984" y="350864"/>
              <a:chExt cx="2954193" cy="6104814"/>
            </a:xfrm>
          </p:grpSpPr>
          <p:pic>
            <p:nvPicPr>
              <p:cNvPr id="5" name="図 4" descr="グラフィカル ユーザー インターフェイス, アプリケーション&#10;&#10;自動的に生成された説明">
                <a:extLst>
                  <a:ext uri="{FF2B5EF4-FFF2-40B4-BE49-F238E27FC236}">
                    <a16:creationId xmlns:a16="http://schemas.microsoft.com/office/drawing/2014/main" id="{459CFA8D-C1CF-0736-B711-72515BFF5C3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36" t="6285" r="9551" b="35698"/>
              <a:stretch/>
            </p:blipFill>
            <p:spPr>
              <a:xfrm>
                <a:off x="7192984" y="350864"/>
                <a:ext cx="2954193" cy="1442933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7" name="図 6" descr="テーブル&#10;&#10;自動的に生成された説明">
                <a:extLst>
                  <a:ext uri="{FF2B5EF4-FFF2-40B4-BE49-F238E27FC236}">
                    <a16:creationId xmlns:a16="http://schemas.microsoft.com/office/drawing/2014/main" id="{19D52812-E3FA-526F-CB63-E65FA5FABF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92984" y="2301982"/>
                <a:ext cx="2954193" cy="2198923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9" name="図 8" descr="テキスト&#10;&#10;自動的に生成された説明">
                <a:extLst>
                  <a:ext uri="{FF2B5EF4-FFF2-40B4-BE49-F238E27FC236}">
                    <a16:creationId xmlns:a16="http://schemas.microsoft.com/office/drawing/2014/main" id="{C7402286-B778-2D81-5526-D7C9A11FF4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92984" y="5009090"/>
                <a:ext cx="2954193" cy="144658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</p:grpSp>
        <p:sp>
          <p:nvSpPr>
            <p:cNvPr id="14" name="矢印: 下 13">
              <a:extLst>
                <a:ext uri="{FF2B5EF4-FFF2-40B4-BE49-F238E27FC236}">
                  <a16:creationId xmlns:a16="http://schemas.microsoft.com/office/drawing/2014/main" id="{D1BFF5E1-741D-5E9E-4BFE-84C60C0170E5}"/>
                </a:ext>
              </a:extLst>
            </p:cNvPr>
            <p:cNvSpPr/>
            <p:nvPr/>
          </p:nvSpPr>
          <p:spPr>
            <a:xfrm>
              <a:off x="9814108" y="1742531"/>
              <a:ext cx="994610" cy="508185"/>
            </a:xfrm>
            <a:prstGeom prst="down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5" name="矢印: 下 14">
              <a:extLst>
                <a:ext uri="{FF2B5EF4-FFF2-40B4-BE49-F238E27FC236}">
                  <a16:creationId xmlns:a16="http://schemas.microsoft.com/office/drawing/2014/main" id="{DAA045CB-83CD-9DAF-E211-AEBA702238BB}"/>
                </a:ext>
              </a:extLst>
            </p:cNvPr>
            <p:cNvSpPr/>
            <p:nvPr/>
          </p:nvSpPr>
          <p:spPr>
            <a:xfrm>
              <a:off x="9814108" y="4526634"/>
              <a:ext cx="994610" cy="508185"/>
            </a:xfrm>
            <a:prstGeom prst="down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380B635A-EB85-4A5D-B93C-7CA117FE0925}"/>
                </a:ext>
              </a:extLst>
            </p:cNvPr>
            <p:cNvSpPr txBox="1"/>
            <p:nvPr/>
          </p:nvSpPr>
          <p:spPr>
            <a:xfrm>
              <a:off x="8576387" y="503564"/>
              <a:ext cx="3615613" cy="8132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2000" b="1" dirty="0"/>
                <a:t>①気になるお店・候補を追加</a:t>
              </a:r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F4744433-FDE5-47D2-F5B3-A257B11558FF}"/>
                </a:ext>
              </a:extLst>
            </p:cNvPr>
            <p:cNvSpPr txBox="1"/>
            <p:nvPr/>
          </p:nvSpPr>
          <p:spPr>
            <a:xfrm>
              <a:off x="8576387" y="3109888"/>
              <a:ext cx="3615613" cy="4596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sz="2000" b="1" dirty="0"/>
                <a:t>②候補リストの整理</a:t>
              </a:r>
              <a:endParaRPr kumimoji="1" lang="ja-JP" altLang="en-US" sz="2000" b="1" dirty="0"/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EDFBC501-E254-B744-449B-F80EA206EFEE}"/>
                </a:ext>
              </a:extLst>
            </p:cNvPr>
            <p:cNvSpPr txBox="1"/>
            <p:nvPr/>
          </p:nvSpPr>
          <p:spPr>
            <a:xfrm>
              <a:off x="8653886" y="5527300"/>
              <a:ext cx="3438060" cy="8132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2000" b="1" dirty="0"/>
                <a:t>③さいころを回して</a:t>
              </a:r>
              <a:r>
                <a:rPr kumimoji="1" lang="en-US" altLang="ja-JP" sz="2000" b="1" dirty="0"/>
                <a:t>1</a:t>
              </a:r>
              <a:r>
                <a:rPr kumimoji="1" lang="ja-JP" altLang="en-US" sz="2000" b="1" dirty="0"/>
                <a:t>秒で決定</a:t>
              </a:r>
            </a:p>
          </p:txBody>
        </p:sp>
      </p:grpSp>
      <p:pic>
        <p:nvPicPr>
          <p:cNvPr id="18" name="図 17" descr="グラフィカル ユーザー インターフェイス&#10;&#10;自動的に生成された説明">
            <a:extLst>
              <a:ext uri="{FF2B5EF4-FFF2-40B4-BE49-F238E27FC236}">
                <a16:creationId xmlns:a16="http://schemas.microsoft.com/office/drawing/2014/main" id="{2F390097-9061-103B-F835-5E6EBB623C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429" y="882614"/>
            <a:ext cx="4840725" cy="424386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8AAC8B5C-453C-E793-A2FE-97AF82064531}"/>
              </a:ext>
            </a:extLst>
          </p:cNvPr>
          <p:cNvSpPr txBox="1"/>
          <p:nvPr/>
        </p:nvSpPr>
        <p:spPr>
          <a:xfrm>
            <a:off x="262913" y="5323107"/>
            <a:ext cx="8459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b="1" dirty="0"/>
              <a:t>背景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5CBEF5A1-A4FA-128E-4887-CA8FB4A0ED79}"/>
              </a:ext>
            </a:extLst>
          </p:cNvPr>
          <p:cNvSpPr txBox="1"/>
          <p:nvPr/>
        </p:nvSpPr>
        <p:spPr>
          <a:xfrm>
            <a:off x="427951" y="5723217"/>
            <a:ext cx="55021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b="1" dirty="0"/>
              <a:t>✓２次会のお店がなかなか決まらず、結果的に滞在時間が短くなってしまう</a:t>
            </a:r>
            <a:endParaRPr lang="en-US" altLang="ja-JP" sz="2000" b="1" dirty="0"/>
          </a:p>
          <a:p>
            <a:r>
              <a:rPr kumimoji="1" lang="ja-JP" altLang="en-US" sz="2000" b="1" dirty="0"/>
              <a:t>✓そもそもこだわりない人多い</a:t>
            </a:r>
            <a:r>
              <a:rPr kumimoji="1" lang="en-US" altLang="ja-JP" sz="2000" b="1" dirty="0"/>
              <a:t>(</a:t>
            </a:r>
            <a:r>
              <a:rPr kumimoji="1" lang="ja-JP" altLang="en-US" sz="2000" b="1" dirty="0"/>
              <a:t>どこでもいい</a:t>
            </a:r>
            <a:r>
              <a:rPr kumimoji="1" lang="en-US" altLang="ja-JP" sz="2000" b="1" dirty="0"/>
              <a:t>)</a:t>
            </a:r>
            <a:endParaRPr kumimoji="1" lang="ja-JP" altLang="en-US" sz="2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5C1CDF-6135-CB00-12B9-A564D2AB0732}"/>
              </a:ext>
            </a:extLst>
          </p:cNvPr>
          <p:cNvSpPr txBox="1"/>
          <p:nvPr/>
        </p:nvSpPr>
        <p:spPr>
          <a:xfrm>
            <a:off x="556186" y="200471"/>
            <a:ext cx="3393621" cy="46782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>
              <a:defRPr sz="2400" b="1">
                <a:solidFill>
                  <a:srgbClr val="202020"/>
                </a:solidFill>
                <a:latin typeface="Yu Gothic"/>
              </a:defRPr>
            </a:pPr>
            <a:r>
              <a:rPr lang="ja-JP" altLang="en-US" sz="2800" dirty="0"/>
              <a:t>🎲２次会決めツール</a:t>
            </a:r>
            <a:endParaRPr sz="2800" dirty="0"/>
          </a:p>
        </p:txBody>
      </p:sp>
    </p:spTree>
    <p:extLst>
      <p:ext uri="{BB962C8B-B14F-4D97-AF65-F5344CB8AC3E}">
        <p14:creationId xmlns:p14="http://schemas.microsoft.com/office/powerpoint/2010/main" val="963648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3627660" cy="46782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>
              <a:defRPr sz="2400" b="1">
                <a:solidFill>
                  <a:srgbClr val="202020"/>
                </a:solidFill>
                <a:latin typeface="Yu Gothic"/>
              </a:defRPr>
            </a:pPr>
            <a:r>
              <a:rPr sz="2800" dirty="0" err="1"/>
              <a:t>開発演習で学んだこと</a:t>
            </a:r>
            <a:endParaRPr sz="2800" dirty="0"/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2240280" cy="41148"/>
          </a:xfrm>
          <a:prstGeom prst="rect">
            <a:avLst/>
          </a:prstGeom>
          <a:solidFill>
            <a:srgbClr val="F08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8046720" cy="27432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>
              <a:defRPr sz="1250" b="0">
                <a:solidFill>
                  <a:srgbClr val="5A5A5A"/>
                </a:solidFill>
                <a:latin typeface="Yu Gothic"/>
              </a:defRPr>
            </a:pPr>
            <a:r>
              <a:t>実装を通して感じた成長と、今後も意識したいこと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614288" cy="34471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>
              <a:defRPr sz="1700" b="1">
                <a:solidFill>
                  <a:srgbClr val="202020"/>
                </a:solidFill>
                <a:latin typeface="Yu Gothic"/>
              </a:defRPr>
            </a:pPr>
            <a:r>
              <a:rPr sz="2000"/>
              <a:t>☑ 学んだこと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56232"/>
            <a:ext cx="10835640" cy="1161288"/>
          </a:xfrm>
          <a:prstGeom prst="roundRect">
            <a:avLst/>
          </a:prstGeom>
          <a:solidFill>
            <a:srgbClr val="FFF8F2"/>
          </a:solidFill>
          <a:ln w="12700">
            <a:solidFill>
              <a:srgbClr val="F2D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029968"/>
            <a:ext cx="320040" cy="29260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>
              <a:defRPr sz="2000" b="1">
                <a:solidFill>
                  <a:srgbClr val="F08C4B"/>
                </a:solidFill>
                <a:latin typeface="Yu Gothic"/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984248"/>
            <a:ext cx="2858218" cy="34471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>
              <a:defRPr sz="1800" b="1">
                <a:solidFill>
                  <a:srgbClr val="202020"/>
                </a:solidFill>
                <a:latin typeface="Yu Gothic"/>
              </a:defRPr>
            </a:pPr>
            <a:r>
              <a:rPr sz="2000" dirty="0" err="1"/>
              <a:t>実際に手を動かす重要性</a:t>
            </a:r>
            <a:endParaRPr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1298448" y="2359152"/>
            <a:ext cx="9006840" cy="47548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>
              <a:defRPr sz="1350" b="0">
                <a:solidFill>
                  <a:srgbClr val="5A5A5A"/>
                </a:solidFill>
                <a:latin typeface="Yu Gothic"/>
              </a:defRPr>
            </a:pPr>
            <a:r>
              <a:t>分かったつもりでも、実装するとエラーや思い通りに動かないことが多い。手を動かすことで、理解不足だった部分に気づける。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18320" y="2020824"/>
            <a:ext cx="1691640" cy="310896"/>
          </a:xfrm>
          <a:prstGeom prst="roundRect">
            <a:avLst/>
          </a:prstGeom>
          <a:solidFill>
            <a:srgbClr val="F08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54896" y="2084832"/>
            <a:ext cx="1618488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Yu Gothic"/>
              </a:defRPr>
            </a:pPr>
            <a:r>
              <a:t>実装 → 気づき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10128"/>
            <a:ext cx="1614288" cy="34471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>
              <a:defRPr sz="1700" b="1">
                <a:solidFill>
                  <a:srgbClr val="202020"/>
                </a:solidFill>
                <a:latin typeface="Yu Gothic"/>
              </a:defRPr>
            </a:pPr>
            <a:r>
              <a:rPr sz="2000"/>
              <a:t>☑ 自分の成長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49039"/>
            <a:ext cx="10835640" cy="1161288"/>
          </a:xfrm>
          <a:prstGeom prst="roundRect">
            <a:avLst/>
          </a:prstGeom>
          <a:solidFill>
            <a:srgbClr val="FFF8F2"/>
          </a:solidFill>
          <a:ln w="12700">
            <a:solidFill>
              <a:srgbClr val="F2D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922776"/>
            <a:ext cx="320040" cy="29260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>
              <a:defRPr sz="2000" b="1">
                <a:solidFill>
                  <a:srgbClr val="F08C4B"/>
                </a:solidFill>
                <a:latin typeface="Yu Gothic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877056"/>
            <a:ext cx="3656514" cy="34471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>
              <a:defRPr sz="1800" b="1">
                <a:solidFill>
                  <a:srgbClr val="202020"/>
                </a:solidFill>
                <a:latin typeface="Yu Gothic"/>
              </a:defRPr>
            </a:pPr>
            <a:r>
              <a:rPr sz="2000"/>
              <a:t>知識ゼロからWebサイトを形に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4251960"/>
            <a:ext cx="9006840" cy="47548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>
              <a:defRPr sz="1350" b="0">
                <a:solidFill>
                  <a:srgbClr val="5A5A5A"/>
                </a:solidFill>
                <a:latin typeface="Yu Gothic"/>
              </a:defRPr>
            </a:pPr>
            <a:r>
              <a:t>初めてプログラム文法を学ぶところから始まり、変数・関数・DOM操作を組み合わせて、簡単なWebサイトを作れるようになった。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18320" y="3913632"/>
            <a:ext cx="1691640" cy="310896"/>
          </a:xfrm>
          <a:prstGeom prst="roundRect">
            <a:avLst/>
          </a:prstGeom>
          <a:solidFill>
            <a:srgbClr val="F08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54896" y="3977639"/>
            <a:ext cx="1618488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Yu Gothic"/>
              </a:defRPr>
            </a:pPr>
            <a:r>
              <a:t>知識 → 成果物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202936"/>
            <a:ext cx="2383729" cy="34471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>
              <a:defRPr sz="1700" b="1">
                <a:solidFill>
                  <a:srgbClr val="202020"/>
                </a:solidFill>
                <a:latin typeface="Yu Gothic"/>
              </a:defRPr>
            </a:pPr>
            <a:r>
              <a:rPr sz="2000"/>
              <a:t>☑ 今後意識すること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641848"/>
            <a:ext cx="10835640" cy="1161288"/>
          </a:xfrm>
          <a:prstGeom prst="roundRect">
            <a:avLst/>
          </a:prstGeom>
          <a:solidFill>
            <a:srgbClr val="FFF8F2"/>
          </a:solidFill>
          <a:ln w="12700">
            <a:solidFill>
              <a:srgbClr val="F2D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5815584"/>
            <a:ext cx="320040" cy="29260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>
              <a:defRPr sz="2000" b="1">
                <a:solidFill>
                  <a:srgbClr val="F08C4B"/>
                </a:solidFill>
                <a:latin typeface="Yu Gothic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769864"/>
            <a:ext cx="3886200" cy="34747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>
              <a:defRPr sz="1800" b="1">
                <a:solidFill>
                  <a:srgbClr val="202020"/>
                </a:solidFill>
                <a:latin typeface="Yu Gothic"/>
              </a:defRPr>
            </a:pPr>
            <a:r>
              <a:rPr sz="2000"/>
              <a:t>後から見ても理解できるコードに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6144768"/>
            <a:ext cx="9006840" cy="47548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>
              <a:defRPr sz="1350" b="0">
                <a:solidFill>
                  <a:srgbClr val="5A5A5A"/>
                </a:solidFill>
                <a:latin typeface="Yu Gothic"/>
              </a:defRPr>
            </a:pPr>
            <a:r>
              <a:t>変数や関数の役割が分からなくなることがあった。JSDocで役割を明確にし、後から見返しても理解できる状態にする。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18320" y="5806440"/>
            <a:ext cx="1691640" cy="310896"/>
          </a:xfrm>
          <a:prstGeom prst="roundRect">
            <a:avLst/>
          </a:prstGeom>
          <a:solidFill>
            <a:srgbClr val="F08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54896" y="5870448"/>
            <a:ext cx="1618488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Yu Gothic"/>
              </a:defRPr>
            </a:pPr>
            <a:r>
              <a:t>JSDoc → 可読性</a:t>
            </a:r>
          </a:p>
        </p:txBody>
      </p:sp>
    </p:spTree>
    <p:extLst>
      <p:ext uri="{BB962C8B-B14F-4D97-AF65-F5344CB8AC3E}">
        <p14:creationId xmlns:p14="http://schemas.microsoft.com/office/powerpoint/2010/main" val="3709482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109</Words>
  <Application>Microsoft Office PowerPoint</Application>
  <PresentationFormat>ワイド画面</PresentationFormat>
  <Paragraphs>24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游ゴシック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藤岡 紗衣(Sae Fujioka)</dc:creator>
  <cp:lastModifiedBy>藤岡 紗衣(Sae Fujioka)</cp:lastModifiedBy>
  <cp:revision>3</cp:revision>
  <dcterms:created xsi:type="dcterms:W3CDTF">2026-10-29T02:02:30Z</dcterms:created>
  <dcterms:modified xsi:type="dcterms:W3CDTF">2026-10-29T02:07:08Z</dcterms:modified>
</cp:coreProperties>
</file>